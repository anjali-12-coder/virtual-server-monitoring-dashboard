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9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67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336EA-C68D-4983-ABE5-124898CFB05F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4C504-8FAE-4F8B-8814-C3B1211C86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996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336EA-C68D-4983-ABE5-124898CFB05F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4C504-8FAE-4F8B-8814-C3B1211C86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00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336EA-C68D-4983-ABE5-124898CFB05F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4C504-8FAE-4F8B-8814-C3B1211C86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420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336EA-C68D-4983-ABE5-124898CFB05F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4C504-8FAE-4F8B-8814-C3B1211C86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865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336EA-C68D-4983-ABE5-124898CFB05F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4C504-8FAE-4F8B-8814-C3B1211C86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89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336EA-C68D-4983-ABE5-124898CFB05F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4C504-8FAE-4F8B-8814-C3B1211C86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984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336EA-C68D-4983-ABE5-124898CFB05F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4C504-8FAE-4F8B-8814-C3B1211C86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000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336EA-C68D-4983-ABE5-124898CFB05F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4C504-8FAE-4F8B-8814-C3B1211C86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162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336EA-C68D-4983-ABE5-124898CFB05F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4C504-8FAE-4F8B-8814-C3B1211C86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262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336EA-C68D-4983-ABE5-124898CFB05F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4C504-8FAE-4F8B-8814-C3B1211C86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39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336EA-C68D-4983-ABE5-124898CFB05F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4C504-8FAE-4F8B-8814-C3B1211C8647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172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336EA-C68D-4983-ABE5-124898CFB05F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4C504-8FAE-4F8B-8814-C3B1211C86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5813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336EA-C68D-4983-ABE5-124898CFB05F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4C504-8FAE-4F8B-8814-C3B1211C864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73679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336EA-C68D-4983-ABE5-124898CFB05F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4C504-8FAE-4F8B-8814-C3B1211C86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0813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336EA-C68D-4983-ABE5-124898CFB05F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4C504-8FAE-4F8B-8814-C3B1211C86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9689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336EA-C68D-4983-ABE5-124898CFB05F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4C504-8FAE-4F8B-8814-C3B1211C86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989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336EA-C68D-4983-ABE5-124898CFB05F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474C504-8FAE-4F8B-8814-C3B1211C86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347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93" r:id="rId1"/>
    <p:sldLayoutId id="2147484294" r:id="rId2"/>
    <p:sldLayoutId id="2147484295" r:id="rId3"/>
    <p:sldLayoutId id="2147484296" r:id="rId4"/>
    <p:sldLayoutId id="2147484297" r:id="rId5"/>
    <p:sldLayoutId id="2147484298" r:id="rId6"/>
    <p:sldLayoutId id="2147484299" r:id="rId7"/>
    <p:sldLayoutId id="2147484300" r:id="rId8"/>
    <p:sldLayoutId id="2147484301" r:id="rId9"/>
    <p:sldLayoutId id="2147484302" r:id="rId10"/>
    <p:sldLayoutId id="2147484303" r:id="rId11"/>
    <p:sldLayoutId id="2147484304" r:id="rId12"/>
    <p:sldLayoutId id="2147484305" r:id="rId13"/>
    <p:sldLayoutId id="2147484306" r:id="rId14"/>
    <p:sldLayoutId id="2147484307" r:id="rId15"/>
    <p:sldLayoutId id="214748430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4FDA0-7662-4462-9231-F1932BDDB3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573740" y="977154"/>
            <a:ext cx="11555505" cy="941294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latin typeface="Arial Black" panose="020B0A04020102020204" pitchFamily="34" charset="0"/>
              </a:rPr>
              <a:t>Virtual Server Monitoring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013AC2-91DF-44A6-BDB8-F790387D48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2052918"/>
            <a:ext cx="7766936" cy="4267200"/>
          </a:xfrm>
        </p:spPr>
        <p:txBody>
          <a:bodyPr/>
          <a:lstStyle/>
          <a:p>
            <a:pPr algn="ctr"/>
            <a:r>
              <a:rPr lang="en-IN" sz="1600" dirty="0">
                <a:latin typeface="Arial Black" panose="020B0A04020102020204" pitchFamily="34" charset="0"/>
                <a:cs typeface="Arial" panose="020B0604020202020204" pitchFamily="34" charset="0"/>
              </a:rPr>
              <a:t>Data Engineering Internship Assessment</a:t>
            </a:r>
          </a:p>
          <a:p>
            <a:pPr algn="ctr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Name: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Anjali M N</a:t>
            </a:r>
          </a:p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Tools Used: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Python, SQLite,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, Power BI</a:t>
            </a:r>
          </a:p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Focus: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Data Engineering Pipeline for Server Monitoring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212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E971C-892E-4A9D-BC13-68811CDF4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51812-CF85-460B-9280-32C58FDF3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07459"/>
            <a:ext cx="8596668" cy="4633903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Project Overview</a:t>
            </a:r>
          </a:p>
          <a:p>
            <a:pPr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Development Approach</a:t>
            </a:r>
          </a:p>
          <a:p>
            <a:pPr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Data Ingestion Process</a:t>
            </a:r>
          </a:p>
          <a:p>
            <a:pPr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Data Storage &amp; Processing</a:t>
            </a:r>
          </a:p>
          <a:p>
            <a:pPr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Dashboard Development</a:t>
            </a:r>
          </a:p>
          <a:p>
            <a:pPr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Challenges Faced</a:t>
            </a:r>
          </a:p>
          <a:p>
            <a:pPr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Assumptions Made</a:t>
            </a:r>
          </a:p>
          <a:p>
            <a:pPr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Key Insights</a:t>
            </a:r>
          </a:p>
          <a:p>
            <a:pPr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065051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41068-997F-463C-B77F-5E89BC475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dirty="0">
                <a:latin typeface="Arial Black" panose="020B0A04020102020204" pitchFamily="34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EB497-D6E7-4FB9-9D36-5E2984CA6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77789"/>
            <a:ext cx="8596668" cy="4463574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project focuses on building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engineering pipeline for monitoring virtual server performance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system processes server log data and generates dashboards to analyze: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CPU utilization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Memory usage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Network traffic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Server uptime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goal is to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transform raw server logs into meaningful insights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3554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7D7AD-EAEA-4EB1-B69F-5CEFBCC7A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dirty="0">
                <a:latin typeface="Arial Black" panose="020B0A04020102020204" pitchFamily="34" charset="0"/>
              </a:rPr>
              <a:t>Development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F5610-1933-440B-BEB0-B91480E22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project was developed using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engineering workflow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1. Data ingestion from server log files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2. Data cleaning and pre processing</a:t>
            </a:r>
          </a:p>
          <a:p>
            <a:pPr marL="0" indent="0">
              <a:buNone/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3. Data storage in SQLite database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4. Data transformation and analysis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5. Visualization using dashboards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approach ensures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structured data processing and efficient monitoring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746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2190-0401-46EB-A773-E83B32E59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dirty="0">
                <a:latin typeface="Arial Black" panose="020B0A04020102020204" pitchFamily="34" charset="0"/>
              </a:rPr>
              <a:t>Data Ingestion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E2F48-9C72-449B-A596-06A17D2E5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2987" y="2160589"/>
            <a:ext cx="8596667" cy="388077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ingestion pipeline performs the following steps: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1. Read server log data from CSV files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2. Clean and preprocess the dataset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3. Handle missing values and inconsistencies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4. Convert data into structured format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processed dataset is then used for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database storage and visualization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469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70DC4-5EC2-42B4-B1B2-D70723BD7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dirty="0">
                <a:latin typeface="Arial Black" panose="020B0A04020102020204" pitchFamily="34" charset="0"/>
              </a:rPr>
              <a:t>Data Storage &amp;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3D15F-0F3E-4F62-9E49-DB965434B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7435" y="2160589"/>
            <a:ext cx="7606566" cy="3880773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manage structured data efficiently: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SQLite database is used for storing server performance data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Key fields stored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CPU utilization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Memory usage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Network traffic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Server location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Operating system 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Instance size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enables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efficient querying and analysis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346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3EBFC-5A4E-4CED-8042-B41C4B296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dirty="0">
                <a:latin typeface="Arial Black" panose="020B0A04020102020204" pitchFamily="34" charset="0"/>
              </a:rPr>
              <a:t>Dashboard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C3026-5AB7-4CF9-965C-BE44EFD1D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7694" y="2160589"/>
            <a:ext cx="6656308" cy="3880773"/>
          </a:xfrm>
        </p:spPr>
        <p:txBody>
          <a:bodyPr>
            <a:no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Two dashboards were developed:</a:t>
            </a:r>
          </a:p>
          <a:p>
            <a:pPr marL="0" indent="0"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1.Streamlit Dashboard: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Interactive monitoring interface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KPI metrics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Performance visualizations </a:t>
            </a:r>
          </a:p>
          <a:p>
            <a:pPr marL="0" indent="0"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2. Power BI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Analytical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Advanced filtering and comparisons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dashboards help monitor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server performance trends</a:t>
            </a:r>
            <a:r>
              <a:rPr lang="en-US" dirty="0"/>
              <a:t>.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78223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69BA9-4E1C-494C-A01B-7D8751B3B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dirty="0">
                <a:latin typeface="Arial Black" panose="020B0A04020102020204" pitchFamily="34" charset="0"/>
              </a:rPr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DDC4B-DBA3-4543-9FB8-AB7BFCFD0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4964" y="2160589"/>
            <a:ext cx="6979037" cy="388077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Some challenges during development included: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Cleaning raw server log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Handling missing or inconsistent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n-NO" dirty="0">
                <a:latin typeface="Arial" panose="020B0604020202020204" pitchFamily="34" charset="0"/>
                <a:cs typeface="Arial" panose="020B0604020202020204" pitchFamily="34" charset="0"/>
              </a:rPr>
              <a:t>Structuring data for database storage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Designing meaningful visualizations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Integrating data pipeline with dashboards</a:t>
            </a:r>
          </a:p>
          <a:p>
            <a:pPr marL="0" indent="0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109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8B8EC-3A5A-434D-BF79-CC3466C63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dirty="0">
                <a:latin typeface="Arial Black" panose="020B0A04020102020204" pitchFamily="34" charset="0"/>
              </a:rPr>
              <a:t>Assumptions Made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F7857-C7C1-4E4B-B841-73B901034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540" y="2160589"/>
            <a:ext cx="7633461" cy="388077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During development, the following assumptions were considered: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Server logs follow a consistent format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collected represents typical server activity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Dataset size is manageable for SQLite storage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Visualization focuses on key performance metrics</a:t>
            </a:r>
          </a:p>
          <a:p>
            <a:pPr marL="0" indent="0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678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6A68A-EEDA-4F90-A1C2-2755044A4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E6A14-013C-4EB1-808D-ED0153108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5670" y="1568825"/>
            <a:ext cx="7158331" cy="4472538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dashboards provide insights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CPU utilization patterns across servers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Memory usage differences by operating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Network traffic distribution by location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Resource usage across instance types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insights support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better server performance monitoring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793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C477D-8F92-457E-9D98-6F64DB775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dirty="0"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C633E-EFC6-4686-B7F9-93278D8ED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740" y="1488141"/>
            <a:ext cx="7938261" cy="4553221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project demonstrates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complete data engineering workflow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Data ingestion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Data 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Database storage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Data visualization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system transforms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raw server data into actionable insights for monitoring infrastructure performance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77740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61</TotalTime>
  <Words>447</Words>
  <Application>Microsoft Office PowerPoint</Application>
  <PresentationFormat>Widescreen</PresentationFormat>
  <Paragraphs>92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Trebuchet MS</vt:lpstr>
      <vt:lpstr>Wingdings 3</vt:lpstr>
      <vt:lpstr>Facet</vt:lpstr>
      <vt:lpstr>Virtual Server Monitoring Dashboard</vt:lpstr>
      <vt:lpstr>Table of Contents</vt:lpstr>
      <vt:lpstr>Project Overview</vt:lpstr>
      <vt:lpstr>Development Approach</vt:lpstr>
      <vt:lpstr>Data Ingestion Process</vt:lpstr>
      <vt:lpstr>Data Storage &amp; Processing</vt:lpstr>
      <vt:lpstr>Dashboard Development</vt:lpstr>
      <vt:lpstr>Challenges Faced</vt:lpstr>
      <vt:lpstr>Assumptions Made</vt:lpstr>
      <vt:lpstr>Key Insights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Anjali M N</dc:creator>
  <cp:lastModifiedBy>Anjali M N</cp:lastModifiedBy>
  <cp:revision>7</cp:revision>
  <dcterms:created xsi:type="dcterms:W3CDTF">2026-03-14T03:09:33Z</dcterms:created>
  <dcterms:modified xsi:type="dcterms:W3CDTF">2026-03-14T04:10:53Z</dcterms:modified>
</cp:coreProperties>
</file>